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339" r:id="rId5"/>
    <p:sldId id="338" r:id="rId6"/>
    <p:sldId id="341" r:id="rId7"/>
    <p:sldId id="340" r:id="rId8"/>
    <p:sldId id="342" r:id="rId9"/>
    <p:sldId id="314" r:id="rId10"/>
    <p:sldId id="336" r:id="rId11"/>
    <p:sldId id="337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278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83957-3D33-4CEA-A606-BEFF866F3B7C}" type="datetimeFigureOut">
              <a:rPr lang="en-US" smtClean="0"/>
              <a:t>11/24/2023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0AFB7-D385-406E-BB1F-A196598A32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262912"/>
            <a:ext cx="8418665" cy="1109007"/>
          </a:xfrm>
          <a:prstGeom prst="rect">
            <a:avLst/>
          </a:prstGeom>
        </p:spPr>
        <p:txBody>
          <a:bodyPr lIns="91797" tIns="45898" rIns="91797" bIns="45898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13" y="1676258"/>
            <a:ext cx="8335770" cy="4130097"/>
          </a:xfrm>
          <a:prstGeom prst="rect">
            <a:avLst/>
          </a:prstGeom>
        </p:spPr>
        <p:txBody>
          <a:bodyPr lIns="91797" tIns="45898" rIns="91797" bIns="45898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95400" y="3281034"/>
            <a:ext cx="6553200" cy="990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800" b="1" spc="4" dirty="0">
                <a:solidFill>
                  <a:srgbClr val="FF0000"/>
                </a:solidFill>
                <a:latin typeface="Arial"/>
                <a:cs typeface="Arial"/>
              </a:rPr>
              <a:t>Topic : Your Mobile App name</a:t>
            </a:r>
            <a:endParaRPr lang="en-US" sz="2800" b="1" spc="9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 algn="ctr">
              <a:lnSpc>
                <a:spcPts val="2555"/>
              </a:lnSpc>
              <a:spcBef>
                <a:spcPts val="127"/>
              </a:spcBef>
            </a:pP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6431" y="1524000"/>
            <a:ext cx="8045569" cy="139065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354"/>
              </a:lnSpc>
              <a:spcBef>
                <a:spcPts val="167"/>
              </a:spcBef>
            </a:pPr>
            <a:r>
              <a:rPr lang="en-US" sz="3200" spc="0" baseline="3413" dirty="0">
                <a:solidFill>
                  <a:srgbClr val="C00000"/>
                </a:solidFill>
                <a:latin typeface="Calibri"/>
                <a:cs typeface="Calibri"/>
              </a:rPr>
              <a:t>Mini Project Review Meeting II</a:t>
            </a:r>
            <a:endParaRPr lang="en-US" sz="3200" baseline="3413" dirty="0">
              <a:solidFill>
                <a:srgbClr val="C00000"/>
              </a:solidFill>
              <a:latin typeface="Calibri"/>
              <a:cs typeface="Calibri"/>
            </a:endParaRPr>
          </a:p>
          <a:p>
            <a:pPr algn="ctr">
              <a:lnSpc>
                <a:spcPts val="3354"/>
              </a:lnSpc>
              <a:spcBef>
                <a:spcPts val="167"/>
              </a:spcBef>
            </a:pPr>
            <a:r>
              <a:rPr lang="en-US" sz="3200" baseline="3413" dirty="0">
                <a:solidFill>
                  <a:srgbClr val="C00000"/>
                </a:solidFill>
                <a:latin typeface="Calibri"/>
                <a:cs typeface="Calibri"/>
              </a:rPr>
              <a:t>On date ________ as a part of B.E. III Year V Sem</a:t>
            </a:r>
          </a:p>
          <a:p>
            <a:pPr algn="ctr">
              <a:lnSpc>
                <a:spcPts val="3354"/>
              </a:lnSpc>
              <a:spcBef>
                <a:spcPts val="167"/>
              </a:spcBef>
            </a:pPr>
            <a:r>
              <a:rPr lang="en-US" sz="3200" baseline="3413" dirty="0">
                <a:solidFill>
                  <a:srgbClr val="C00000"/>
                </a:solidFill>
                <a:cs typeface="Calibri"/>
              </a:rPr>
              <a:t> Mini Project Work</a:t>
            </a:r>
            <a:endParaRPr lang="en-US" sz="3200" baseline="3413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7415" y="4487813"/>
            <a:ext cx="5943600" cy="8461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lang="en-US" sz="2800" b="1" spc="-34" baseline="3034" dirty="0">
                <a:solidFill>
                  <a:srgbClr val="0070C0"/>
                </a:solidFill>
                <a:latin typeface="+mj-lt"/>
                <a:cs typeface="Calibri"/>
              </a:rPr>
              <a:t>Team member 1                                           Roll No.</a:t>
            </a:r>
          </a:p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lang="en-US" sz="2800" b="1" spc="-34" baseline="3034" dirty="0">
                <a:solidFill>
                  <a:srgbClr val="0070C0"/>
                </a:solidFill>
                <a:latin typeface="+mj-lt"/>
                <a:cs typeface="Calibri"/>
              </a:rPr>
              <a:t>Team member 2                                           Roll No.</a:t>
            </a:r>
            <a:endParaRPr lang="en-US" sz="2800" dirty="0">
              <a:solidFill>
                <a:srgbClr val="0070C0"/>
              </a:solidFill>
              <a:latin typeface="+mj-lt"/>
              <a:cs typeface="Calibri"/>
            </a:endParaRPr>
          </a:p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lang="en-US" sz="2800" b="1" spc="-34" baseline="3034" dirty="0">
                <a:solidFill>
                  <a:srgbClr val="0070C0"/>
                </a:solidFill>
                <a:latin typeface="+mj-lt"/>
                <a:cs typeface="Calibri"/>
              </a:rPr>
              <a:t>Team member 3                                           Roll No.</a:t>
            </a:r>
            <a:endParaRPr lang="en-US" sz="2800" dirty="0">
              <a:solidFill>
                <a:srgbClr val="0070C0"/>
              </a:solidFill>
              <a:latin typeface="+mj-lt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8BB07-34A7-4595-A2D8-E9857D0A8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1619"/>
            <a:ext cx="6705600" cy="13873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E224A0-526F-462D-BDD9-4779412204F7}"/>
              </a:ext>
            </a:extLst>
          </p:cNvPr>
          <p:cNvSpPr/>
          <p:nvPr/>
        </p:nvSpPr>
        <p:spPr>
          <a:xfrm>
            <a:off x="3276600" y="3665184"/>
            <a:ext cx="17724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1" spc="-34" baseline="3034" dirty="0">
                <a:cs typeface="Calibri"/>
              </a:rPr>
              <a:t>Presented By :</a:t>
            </a:r>
            <a:endParaRPr lang="en-US" sz="3200" i="1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7D0881C-380A-4C7B-9EE5-131FA5CADCFF}"/>
              </a:ext>
            </a:extLst>
          </p:cNvPr>
          <p:cNvSpPr txBox="1"/>
          <p:nvPr/>
        </p:nvSpPr>
        <p:spPr>
          <a:xfrm>
            <a:off x="457200" y="5595632"/>
            <a:ext cx="8045569" cy="6462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354"/>
              </a:lnSpc>
              <a:spcBef>
                <a:spcPts val="167"/>
              </a:spcBef>
            </a:pPr>
            <a:r>
              <a:rPr lang="en-US" sz="3200" baseline="3413" dirty="0">
                <a:solidFill>
                  <a:srgbClr val="C00000"/>
                </a:solidFill>
                <a:cs typeface="Calibri"/>
              </a:rPr>
              <a:t>Guide name :                                                                 (Designation)</a:t>
            </a:r>
          </a:p>
          <a:p>
            <a:pPr>
              <a:lnSpc>
                <a:spcPts val="3354"/>
              </a:lnSpc>
              <a:spcBef>
                <a:spcPts val="167"/>
              </a:spcBef>
            </a:pPr>
            <a:r>
              <a:rPr lang="en-US" sz="3200" baseline="3413" dirty="0">
                <a:solidFill>
                  <a:srgbClr val="C00000"/>
                </a:solidFill>
                <a:cs typeface="Calibri"/>
              </a:rPr>
              <a:t>Department of CSE </a:t>
            </a:r>
            <a:endParaRPr lang="en-US" sz="3200" baseline="3413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411479" y="8382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7200" y="9144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5940" y="381000"/>
            <a:ext cx="2279396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-169" dirty="0">
                <a:solidFill>
                  <a:srgbClr val="46424D"/>
                </a:solidFill>
                <a:latin typeface="Arial"/>
                <a:cs typeface="Arial"/>
              </a:rPr>
              <a:t>Presentation Map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39" y="1363789"/>
            <a:ext cx="342696" cy="1366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>
              <a:lnSpc>
                <a:spcPts val="2550"/>
              </a:lnSpc>
              <a:spcBef>
                <a:spcPts val="127"/>
              </a:spcBef>
            </a:pPr>
            <a:r>
              <a:rPr sz="24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2400">
              <a:latin typeface="Wingdings"/>
              <a:cs typeface="Wingdings"/>
            </a:endParaRPr>
          </a:p>
          <a:p>
            <a:pPr marL="12700" marR="0">
              <a:lnSpc>
                <a:spcPct val="92488"/>
              </a:lnSpc>
              <a:spcBef>
                <a:spcPts val="1288"/>
              </a:spcBef>
            </a:pPr>
            <a:r>
              <a:rPr sz="24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24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1416"/>
              </a:spcBef>
            </a:pPr>
            <a:r>
              <a:rPr sz="24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0363" y="1363675"/>
            <a:ext cx="2927853" cy="13665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55"/>
              </a:lnSpc>
              <a:spcBef>
                <a:spcPts val="127"/>
              </a:spcBef>
            </a:pPr>
            <a:r>
              <a:rPr lang="en-US" sz="2400" spc="4" dirty="0">
                <a:solidFill>
                  <a:srgbClr val="46424D"/>
                </a:solidFill>
                <a:latin typeface="Arial"/>
                <a:cs typeface="Arial"/>
              </a:rPr>
              <a:t>Abstract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92"/>
              </a:spcBef>
            </a:pPr>
            <a:r>
              <a:rPr lang="en-US" sz="2400" spc="19" dirty="0">
                <a:solidFill>
                  <a:srgbClr val="46424D"/>
                </a:solidFill>
                <a:latin typeface="Arial"/>
                <a:cs typeface="Arial"/>
              </a:rPr>
              <a:t>Introduction</a:t>
            </a:r>
            <a:endParaRPr sz="2400" dirty="0">
              <a:latin typeface="Arial"/>
              <a:cs typeface="Arial"/>
            </a:endParaRPr>
          </a:p>
          <a:p>
            <a:pPr marL="12700" marR="52573">
              <a:lnSpc>
                <a:spcPct val="95825"/>
              </a:lnSpc>
              <a:spcBef>
                <a:spcPts val="1320"/>
              </a:spcBef>
            </a:pPr>
            <a:r>
              <a:rPr lang="en-US" sz="2400" spc="-4" dirty="0">
                <a:solidFill>
                  <a:srgbClr val="46424D"/>
                </a:solidFill>
                <a:latin typeface="Arial"/>
                <a:cs typeface="Arial"/>
              </a:rPr>
              <a:t>Literature review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140" y="2874880"/>
            <a:ext cx="179720" cy="14213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05">
              <a:lnSpc>
                <a:spcPts val="2135"/>
              </a:lnSpc>
              <a:spcBef>
                <a:spcPts val="106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2952" marR="252">
              <a:lnSpc>
                <a:spcPct val="92488"/>
              </a:lnSpc>
              <a:spcBef>
                <a:spcPts val="673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3205" marR="0">
              <a:lnSpc>
                <a:spcPct val="92488"/>
              </a:lnSpc>
              <a:spcBef>
                <a:spcPts val="780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3205">
              <a:lnSpc>
                <a:spcPct val="92488"/>
              </a:lnSpc>
              <a:spcBef>
                <a:spcPts val="780"/>
              </a:spcBef>
            </a:pPr>
            <a:endParaRPr sz="2000" dirty="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9770" y="2874786"/>
            <a:ext cx="2685015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Technologies Used</a:t>
            </a:r>
            <a:endParaRPr sz="2000" dirty="0">
              <a:latin typeface="Arial"/>
              <a:cs typeface="Arial"/>
            </a:endParaRP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Existing Apps</a:t>
            </a: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Analysis tools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3940" y="3948048"/>
            <a:ext cx="342696" cy="848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2400" dirty="0">
              <a:latin typeface="Wingdings"/>
              <a:cs typeface="Wingdings"/>
            </a:endParaRPr>
          </a:p>
          <a:p>
            <a:pPr marL="12700" marR="0">
              <a:lnSpc>
                <a:spcPct val="92488"/>
              </a:lnSpc>
              <a:spcBef>
                <a:spcPts val="1288"/>
              </a:spcBef>
            </a:pPr>
            <a:endParaRPr lang="en-US" sz="2400" spc="0" dirty="0">
              <a:solidFill>
                <a:srgbClr val="46424D"/>
              </a:solidFill>
              <a:latin typeface="Wingdings"/>
              <a:cs typeface="Wingdings"/>
            </a:endParaRPr>
          </a:p>
          <a:p>
            <a:pPr marL="12700" marR="0">
              <a:lnSpc>
                <a:spcPct val="92488"/>
              </a:lnSpc>
              <a:spcBef>
                <a:spcPts val="1288"/>
              </a:spcBef>
            </a:pPr>
            <a:endParaRPr lang="en-US" sz="2400" dirty="0">
              <a:solidFill>
                <a:srgbClr val="46424D"/>
              </a:solidFill>
              <a:latin typeface="Wingdings"/>
              <a:cs typeface="Wingdings"/>
            </a:endParaRPr>
          </a:p>
          <a:p>
            <a:pPr marL="12700" marR="0">
              <a:lnSpc>
                <a:spcPct val="92488"/>
              </a:lnSpc>
              <a:spcBef>
                <a:spcPts val="1288"/>
              </a:spcBef>
            </a:pPr>
            <a:r>
              <a:rPr sz="24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lang="en-US" sz="2400" spc="0" dirty="0">
              <a:solidFill>
                <a:srgbClr val="46424D"/>
              </a:solidFill>
              <a:latin typeface="Wingdings"/>
              <a:cs typeface="Wingdings"/>
            </a:endParaRPr>
          </a:p>
          <a:p>
            <a:pPr marL="12700" marR="0">
              <a:lnSpc>
                <a:spcPct val="92488"/>
              </a:lnSpc>
              <a:spcBef>
                <a:spcPts val="1288"/>
              </a:spcBef>
            </a:pPr>
            <a:r>
              <a:rPr lang="en-US" sz="240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2400" dirty="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635" y="3948971"/>
            <a:ext cx="4074365" cy="8483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spc="4" dirty="0">
                <a:solidFill>
                  <a:srgbClr val="46424D"/>
                </a:solidFill>
                <a:latin typeface="Arial"/>
                <a:cs typeface="Arial"/>
              </a:rPr>
              <a:t>Analysis and Design</a:t>
            </a:r>
          </a:p>
          <a:p>
            <a:pPr marL="12700">
              <a:lnSpc>
                <a:spcPts val="2555"/>
              </a:lnSpc>
              <a:spcBef>
                <a:spcPts val="127"/>
              </a:spcBef>
            </a:pPr>
            <a:endParaRPr sz="2400" dirty="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1192"/>
              </a:spcBef>
            </a:pPr>
            <a:endParaRPr lang="en-US" sz="2400" spc="-4" dirty="0">
              <a:solidFill>
                <a:srgbClr val="46424D"/>
              </a:solidFill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1192"/>
              </a:spcBef>
            </a:pPr>
            <a:endParaRPr lang="en-US" sz="300" spc="-4" dirty="0">
              <a:solidFill>
                <a:srgbClr val="46424D"/>
              </a:solidFill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  <a:spcBef>
                <a:spcPts val="1192"/>
              </a:spcBef>
            </a:pPr>
            <a:r>
              <a:rPr lang="en-US" sz="2400" spc="-4" dirty="0">
                <a:solidFill>
                  <a:srgbClr val="46424D"/>
                </a:solidFill>
                <a:latin typeface="Arial"/>
                <a:cs typeface="Arial"/>
              </a:rPr>
              <a:t>Screen Shots</a:t>
            </a:r>
          </a:p>
          <a:p>
            <a:pPr marL="12700" marR="45720">
              <a:lnSpc>
                <a:spcPct val="95825"/>
              </a:lnSpc>
              <a:spcBef>
                <a:spcPts val="1192"/>
              </a:spcBef>
            </a:pPr>
            <a:r>
              <a:rPr lang="en-US" sz="2400" spc="-4" dirty="0">
                <a:solidFill>
                  <a:srgbClr val="46424D"/>
                </a:solidFill>
                <a:latin typeface="Arial"/>
                <a:cs typeface="Arial"/>
              </a:rPr>
              <a:t>Conclusion and Future Scope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506517" y="6145499"/>
            <a:ext cx="12550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spc="0" baseline="2275" dirty="0">
                <a:solidFill>
                  <a:srgbClr val="8A8A8A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79D8820E-FF89-44DA-93D8-FCB10194A5C2}"/>
              </a:ext>
            </a:extLst>
          </p:cNvPr>
          <p:cNvSpPr txBox="1"/>
          <p:nvPr/>
        </p:nvSpPr>
        <p:spPr>
          <a:xfrm>
            <a:off x="1219200" y="4389229"/>
            <a:ext cx="4166070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SRS</a:t>
            </a:r>
            <a:endParaRPr sz="2000" dirty="0">
              <a:latin typeface="Arial"/>
              <a:cs typeface="Arial"/>
            </a:endParaRP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UML Diagrams</a:t>
            </a: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Architecture / Block Diagram (if any)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9" name="object 10">
            <a:extLst>
              <a:ext uri="{FF2B5EF4-FFF2-40B4-BE49-F238E27FC236}">
                <a16:creationId xmlns:a16="http://schemas.microsoft.com/office/drawing/2014/main" id="{33E8D212-2BF4-4173-99E2-509BBB6AB18B}"/>
              </a:ext>
            </a:extLst>
          </p:cNvPr>
          <p:cNvSpPr txBox="1"/>
          <p:nvPr/>
        </p:nvSpPr>
        <p:spPr>
          <a:xfrm>
            <a:off x="963280" y="4356406"/>
            <a:ext cx="179720" cy="14213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05">
              <a:lnSpc>
                <a:spcPts val="2135"/>
              </a:lnSpc>
              <a:spcBef>
                <a:spcPts val="106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2952" marR="252">
              <a:lnSpc>
                <a:spcPct val="92488"/>
              </a:lnSpc>
              <a:spcBef>
                <a:spcPts val="673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3205" marR="0">
              <a:lnSpc>
                <a:spcPct val="92488"/>
              </a:lnSpc>
              <a:spcBef>
                <a:spcPts val="780"/>
              </a:spcBef>
            </a:pPr>
            <a:r>
              <a:rPr sz="2000" spc="0" dirty="0">
                <a:solidFill>
                  <a:srgbClr val="46424D"/>
                </a:solidFill>
                <a:latin typeface="Wingdings"/>
                <a:cs typeface="Wingdings"/>
              </a:rPr>
              <a:t></a:t>
            </a:r>
            <a:endParaRPr sz="2000" dirty="0">
              <a:latin typeface="Wingdings"/>
              <a:cs typeface="Wingdings"/>
            </a:endParaRPr>
          </a:p>
          <a:p>
            <a:pPr marL="13205">
              <a:lnSpc>
                <a:spcPct val="92488"/>
              </a:lnSpc>
              <a:spcBef>
                <a:spcPts val="780"/>
              </a:spcBef>
            </a:pPr>
            <a:endParaRPr sz="2000" dirty="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296885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Abstract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C86BFD0B-3A80-4EBB-A94F-960A727B4AA8}"/>
              </a:ext>
            </a:extLst>
          </p:cNvPr>
          <p:cNvSpPr txBox="1"/>
          <p:nvPr/>
        </p:nvSpPr>
        <p:spPr>
          <a:xfrm>
            <a:off x="1279770" y="2874786"/>
            <a:ext cx="6483232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Discuss about the necessity of the app, your contribution, current scope and features. Future add </a:t>
            </a:r>
            <a:r>
              <a:rPr lang="en-US" sz="2000" spc="-4" dirty="0" err="1">
                <a:solidFill>
                  <a:srgbClr val="46424D"/>
                </a:solidFill>
                <a:latin typeface="Arial"/>
                <a:cs typeface="Arial"/>
              </a:rPr>
              <a:t>on’s</a:t>
            </a: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. Write one para   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296885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Introduction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A0B1DF87-18C0-40AB-A6BA-C2897AF16ADC}"/>
              </a:ext>
            </a:extLst>
          </p:cNvPr>
          <p:cNvSpPr txBox="1"/>
          <p:nvPr/>
        </p:nvSpPr>
        <p:spPr>
          <a:xfrm>
            <a:off x="1279770" y="2874786"/>
            <a:ext cx="6483232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Short note on the existing apps, their limitations.</a:t>
            </a:r>
          </a:p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Necessity of your app, Concept and its features</a:t>
            </a:r>
          </a:p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</a:p>
          <a:p>
            <a:pPr marL="12700" marR="31111">
              <a:lnSpc>
                <a:spcPts val="2140"/>
              </a:lnSpc>
              <a:spcBef>
                <a:spcPts val="107"/>
              </a:spcBef>
            </a:pPr>
            <a:endParaRPr lang="en-US" sz="2000" spc="-4" dirty="0">
              <a:solidFill>
                <a:srgbClr val="46424D"/>
              </a:solidFill>
              <a:latin typeface="Arial"/>
              <a:cs typeface="Arial"/>
            </a:endParaRPr>
          </a:p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i="1" spc="-4" dirty="0">
                <a:solidFill>
                  <a:srgbClr val="FF0000"/>
                </a:solidFill>
                <a:latin typeface="Arial"/>
                <a:cs typeface="Arial"/>
              </a:rPr>
              <a:t>All in point wise pattern</a:t>
            </a: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  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651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296885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Literature Review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BD79FF88-FEA7-42F0-8244-C0EEDAA68E78}"/>
              </a:ext>
            </a:extLst>
          </p:cNvPr>
          <p:cNvSpPr txBox="1"/>
          <p:nvPr/>
        </p:nvSpPr>
        <p:spPr>
          <a:xfrm>
            <a:off x="1279770" y="2874786"/>
            <a:ext cx="5197230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5600" marR="31111" indent="-342900">
              <a:lnSpc>
                <a:spcPts val="2140"/>
              </a:lnSpc>
              <a:spcBef>
                <a:spcPts val="107"/>
              </a:spcBef>
              <a:buFont typeface="Arial" panose="020B0604020202020204" pitchFamily="34" charset="0"/>
              <a:buChar char="•"/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Brief description of available tools and why you chose the current technologies </a:t>
            </a:r>
            <a:endParaRPr sz="2000" dirty="0">
              <a:latin typeface="Arial"/>
              <a:cs typeface="Arial"/>
            </a:endParaRPr>
          </a:p>
          <a:p>
            <a:pPr marL="355853" indent="-342900">
              <a:lnSpc>
                <a:spcPts val="3000"/>
              </a:lnSpc>
              <a:spcBef>
                <a:spcPts val="217"/>
              </a:spcBef>
              <a:buFont typeface="Arial" panose="020B0604020202020204" pitchFamily="34" charset="0"/>
              <a:buChar char="•"/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Existing Apps with the same business model and their limitations</a:t>
            </a:r>
          </a:p>
          <a:p>
            <a:pPr marL="355853" indent="-342900">
              <a:lnSpc>
                <a:spcPts val="3000"/>
              </a:lnSpc>
              <a:spcBef>
                <a:spcPts val="217"/>
              </a:spcBef>
              <a:buFont typeface="Arial" panose="020B0604020202020204" pitchFamily="34" charset="0"/>
              <a:buChar char="•"/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Analysis tools like Rational rose or others, diagrams used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397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36550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Analysis and Design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6331489-7754-4A84-AEED-2F10F187A4D9}"/>
              </a:ext>
            </a:extLst>
          </p:cNvPr>
          <p:cNvSpPr txBox="1"/>
          <p:nvPr/>
        </p:nvSpPr>
        <p:spPr>
          <a:xfrm>
            <a:off x="1066800" y="2057400"/>
            <a:ext cx="6742174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 err="1">
                <a:solidFill>
                  <a:srgbClr val="46424D"/>
                </a:solidFill>
                <a:latin typeface="Arial"/>
                <a:cs typeface="Arial"/>
              </a:rPr>
              <a:t>Atleast</a:t>
            </a: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 two slides on SRS</a:t>
            </a:r>
            <a:endParaRPr sz="2000" dirty="0">
              <a:latin typeface="Arial"/>
              <a:cs typeface="Arial"/>
            </a:endParaRP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UML Diagrams (</a:t>
            </a:r>
            <a:r>
              <a:rPr lang="en-US" sz="2000" b="1" i="1" spc="-9" dirty="0" err="1">
                <a:solidFill>
                  <a:srgbClr val="46424D"/>
                </a:solidFill>
                <a:latin typeface="Arial"/>
                <a:cs typeface="Arial"/>
              </a:rPr>
              <a:t>Usecase</a:t>
            </a:r>
            <a:r>
              <a:rPr lang="en-US" sz="2000" b="1" i="1" spc="-9" dirty="0">
                <a:solidFill>
                  <a:srgbClr val="46424D"/>
                </a:solidFill>
                <a:latin typeface="Arial"/>
                <a:cs typeface="Arial"/>
              </a:rPr>
              <a:t> </a:t>
            </a:r>
            <a:r>
              <a:rPr lang="en-US" sz="2000" b="1" i="1" spc="-9" dirty="0" err="1">
                <a:solidFill>
                  <a:srgbClr val="46424D"/>
                </a:solidFill>
                <a:latin typeface="Arial"/>
                <a:cs typeface="Arial"/>
              </a:rPr>
              <a:t>diag</a:t>
            </a:r>
            <a:r>
              <a:rPr lang="en-US" sz="2000" b="1" i="1" spc="-9" dirty="0">
                <a:solidFill>
                  <a:srgbClr val="46424D"/>
                </a:solidFill>
                <a:latin typeface="Arial"/>
                <a:cs typeface="Arial"/>
              </a:rPr>
              <a:t>, Sequence diag., class design, Component </a:t>
            </a:r>
            <a:r>
              <a:rPr lang="en-US" sz="2000" b="1" i="1" spc="-9" dirty="0" err="1">
                <a:solidFill>
                  <a:srgbClr val="46424D"/>
                </a:solidFill>
                <a:latin typeface="Arial"/>
                <a:cs typeface="Arial"/>
              </a:rPr>
              <a:t>diag</a:t>
            </a:r>
            <a:r>
              <a:rPr lang="en-US" sz="2000" b="1" i="1" spc="-9" dirty="0">
                <a:solidFill>
                  <a:srgbClr val="46424D"/>
                </a:solidFill>
                <a:latin typeface="Arial"/>
                <a:cs typeface="Arial"/>
              </a:rPr>
              <a:t>, Deployment </a:t>
            </a:r>
            <a:r>
              <a:rPr lang="en-US" sz="2000" b="1" i="1" spc="-9" dirty="0" err="1">
                <a:solidFill>
                  <a:srgbClr val="46424D"/>
                </a:solidFill>
                <a:latin typeface="Arial"/>
                <a:cs typeface="Arial"/>
              </a:rPr>
              <a:t>diag</a:t>
            </a: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) </a:t>
            </a:r>
          </a:p>
          <a:p>
            <a:pPr marL="13205" indent="-252">
              <a:lnSpc>
                <a:spcPts val="3000"/>
              </a:lnSpc>
              <a:spcBef>
                <a:spcPts val="217"/>
              </a:spcBef>
            </a:pPr>
            <a:r>
              <a:rPr lang="en-US" sz="2000" spc="-9" dirty="0">
                <a:solidFill>
                  <a:srgbClr val="46424D"/>
                </a:solidFill>
                <a:latin typeface="Arial"/>
                <a:cs typeface="Arial"/>
              </a:rPr>
              <a:t>Architecture / Block Diagram (if any)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420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296885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Screen Shots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6320E77C-8DCD-49B7-9AB2-7FF44D02B5A1}"/>
              </a:ext>
            </a:extLst>
          </p:cNvPr>
          <p:cNvSpPr txBox="1"/>
          <p:nvPr/>
        </p:nvSpPr>
        <p:spPr>
          <a:xfrm>
            <a:off x="1676400" y="2331829"/>
            <a:ext cx="4166070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All possible screen shots. Explain the flow of control from screen to screen.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940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bject 33"/>
          <p:cNvSpPr/>
          <p:nvPr/>
        </p:nvSpPr>
        <p:spPr>
          <a:xfrm>
            <a:off x="411479" y="762000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200" y="838200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5940" y="381000"/>
            <a:ext cx="48742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lang="en-US" sz="2400" b="1" spc="4" dirty="0">
                <a:solidFill>
                  <a:srgbClr val="46424D"/>
                </a:solidFill>
                <a:latin typeface="Arial"/>
                <a:cs typeface="Arial"/>
              </a:rPr>
              <a:t>Conclusion and Future scope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6320E77C-8DCD-49B7-9AB2-7FF44D02B5A1}"/>
              </a:ext>
            </a:extLst>
          </p:cNvPr>
          <p:cNvSpPr txBox="1"/>
          <p:nvPr/>
        </p:nvSpPr>
        <p:spPr>
          <a:xfrm>
            <a:off x="1676400" y="2331829"/>
            <a:ext cx="4166070" cy="10971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1111">
              <a:lnSpc>
                <a:spcPts val="2140"/>
              </a:lnSpc>
              <a:spcBef>
                <a:spcPts val="107"/>
              </a:spcBef>
            </a:pPr>
            <a:r>
              <a:rPr lang="en-US" sz="2000" spc="-4" dirty="0">
                <a:solidFill>
                  <a:srgbClr val="46424D"/>
                </a:solidFill>
                <a:latin typeface="Arial"/>
                <a:cs typeface="Arial"/>
              </a:rPr>
              <a:t>Conclude your work with confidence. Explain the shortcomings of your work and how you intend to overcome it as your future scope.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2512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411479" y="1380743"/>
            <a:ext cx="7397495" cy="118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7200" y="1419226"/>
            <a:ext cx="7305802" cy="1587"/>
          </a:xfrm>
          <a:custGeom>
            <a:avLst/>
            <a:gdLst/>
            <a:ahLst/>
            <a:cxnLst/>
            <a:rect l="l" t="t" r="r" b="b"/>
            <a:pathLst>
              <a:path w="7305802" h="1587">
                <a:moveTo>
                  <a:pt x="0" y="0"/>
                </a:moveTo>
                <a:lnTo>
                  <a:pt x="7305802" y="1587"/>
                </a:lnTo>
              </a:path>
            </a:pathLst>
          </a:custGeom>
          <a:ln w="25400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5940" y="699229"/>
            <a:ext cx="175006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b="1" spc="-4" dirty="0">
                <a:solidFill>
                  <a:srgbClr val="46424D"/>
                </a:solidFill>
                <a:latin typeface="Arial"/>
                <a:cs typeface="Arial"/>
              </a:rPr>
              <a:t>R</a:t>
            </a:r>
            <a:r>
              <a:rPr sz="2400" b="1" spc="9" dirty="0">
                <a:solidFill>
                  <a:srgbClr val="46424D"/>
                </a:solidFill>
                <a:latin typeface="Arial"/>
                <a:cs typeface="Arial"/>
              </a:rPr>
              <a:t>e</a:t>
            </a:r>
            <a:r>
              <a:rPr lang="en-US" sz="2400" b="1" spc="9" dirty="0">
                <a:solidFill>
                  <a:srgbClr val="46424D"/>
                </a:solidFill>
                <a:latin typeface="Arial"/>
                <a:cs typeface="Arial"/>
              </a:rPr>
              <a:t>ference</a:t>
            </a:r>
            <a:r>
              <a:rPr sz="2400" b="1" spc="0" dirty="0">
                <a:solidFill>
                  <a:srgbClr val="46424D"/>
                </a:solidFill>
                <a:latin typeface="Arial"/>
                <a:cs typeface="Arial"/>
              </a:rPr>
              <a:t>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1614977"/>
            <a:ext cx="276064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5"/>
              </a:lnSpc>
              <a:spcBef>
                <a:spcPts val="101"/>
              </a:spcBef>
            </a:pPr>
            <a:r>
              <a:rPr sz="19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9790" y="1614887"/>
            <a:ext cx="7664822" cy="23449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181" marR="41620">
              <a:lnSpc>
                <a:spcPts val="1980"/>
              </a:lnSpc>
              <a:spcBef>
                <a:spcPts val="99"/>
              </a:spcBef>
            </a:pPr>
            <a:endParaRPr sz="1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39" y="2230682"/>
            <a:ext cx="276064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5"/>
              </a:lnSpc>
              <a:spcBef>
                <a:spcPts val="101"/>
              </a:spcBef>
            </a:pPr>
            <a:r>
              <a:rPr sz="19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458" y="2846387"/>
            <a:ext cx="276064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5"/>
              </a:lnSpc>
              <a:spcBef>
                <a:spcPts val="101"/>
              </a:spcBef>
            </a:pPr>
            <a:r>
              <a:rPr sz="19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458" y="3462092"/>
            <a:ext cx="276064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5"/>
              </a:lnSpc>
              <a:spcBef>
                <a:spcPts val="101"/>
              </a:spcBef>
            </a:pPr>
            <a:r>
              <a:rPr sz="1900" spc="0" dirty="0">
                <a:solidFill>
                  <a:srgbClr val="46424D"/>
                </a:solidFill>
                <a:latin typeface="Wingdings"/>
                <a:cs typeface="Wingdings"/>
              </a:rPr>
              <a:t>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48640" y="4285488"/>
            <a:ext cx="213359" cy="691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418665" cy="1109007"/>
          </a:xfrm>
        </p:spPr>
        <p:txBody>
          <a:bodyPr/>
          <a:lstStyle/>
          <a:p>
            <a:r>
              <a:rPr lang="en-US" b="1" dirty="0"/>
              <a:t>Queries 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418665" cy="1109007"/>
          </a:xfrm>
        </p:spPr>
        <p:txBody>
          <a:bodyPr/>
          <a:lstStyle/>
          <a:p>
            <a:r>
              <a:rPr lang="en-US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</TotalTime>
  <Words>279</Words>
  <Application>Microsoft Office PowerPoint</Application>
  <PresentationFormat>On-screen Show (4:3)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Queries ??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IQAC</cp:lastModifiedBy>
  <cp:revision>26</cp:revision>
  <dcterms:modified xsi:type="dcterms:W3CDTF">2023-11-24T14:25:45Z</dcterms:modified>
</cp:coreProperties>
</file>